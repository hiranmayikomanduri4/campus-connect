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206240" cy="420624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108960" cy="31089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🏫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REPORT &amp; PITCH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Connect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9436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campus communication &amp; management platform that brings students, faculty, and administrators together in one place.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892040"/>
            <a:ext cx="4114800" cy="0"/>
          </a:xfrm>
          <a:prstGeom prst="line">
            <a:avLst/>
          </a:prstGeom>
          <a:noFill/>
          <a:ln w="19050">
            <a:solidFill>
              <a:srgbClr val="2E6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5074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Hiranmayi Komanduri  •  Meghana Kunchala  •  Maddala Manogna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562356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campus-connect-m9xasq5dc-hiranmayikomanduri-8629s-projects.vercel.app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github.com/Hiranmayikomanduri4/campus-connect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CAMPUS CONNECT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information is scattered across too many channels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📌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channels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Announcements, events, and academic info are spread across notice boards, chats, and emails.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48840"/>
            <a:ext cx="777240" cy="77724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1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information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 what matters — updates get buried or never seen.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148840"/>
            <a:ext cx="777240" cy="77724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210" dirty="0"/>
          </a:p>
        </p:txBody>
      </p:sp>
      <p:sp>
        <p:nvSpPr>
          <p:cNvPr id="18" name="Text 16"/>
          <p:cNvSpPr/>
          <p:nvPr/>
        </p:nvSpPr>
        <p:spPr>
          <a:xfrm>
            <a:off x="827532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unified system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7532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admin lack one efficient way to reach students and manage activities.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949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missed updates, duplicated effort, and a disconnected campus experience for students, faculty, and administrators alike.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centralized, role-aware platform for the entire campus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685800" cy="68580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campus-wide communication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0312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360920" y="182880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students and faculty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474720"/>
            <a:ext cx="685800" cy="68580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645920" y="320040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access to events &amp; activities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47472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360920" y="320040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important announcements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846320"/>
            <a:ext cx="685800" cy="68580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46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45920" y="457200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campus information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45720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84632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846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360920" y="457200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experiences for every user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Student &amp; Faculty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CAN 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2E6F6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349240" cy="365760"/>
          </a:xfrm>
          <a:prstGeom prst="rect">
            <a:avLst/>
          </a:prstGeom>
          <a:solidFill>
            <a:srgbClr val="2E6F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👨‍🎓   Student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450592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centralized campus information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44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announcements in real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767328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02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campus activities &amp; events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425696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611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relevant student services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084064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9194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personal dashboard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3716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783080"/>
            <a:ext cx="53492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3716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👨‍🏫   Faculty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583680" y="2450592"/>
            <a:ext cx="100584" cy="1005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share campus information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100584" cy="1005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2944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important updates fast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3767328"/>
            <a:ext cx="100584" cy="1005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602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faculty-oriented functionality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4425696"/>
            <a:ext cx="100584" cy="1005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2611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track student engagement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Administration, Auth &amp;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CAN 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349240" cy="3657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  Campus Administration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45059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campus-wide information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44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official announcements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76732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02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campus activities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42569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611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centralized communication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3716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2E6F6E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783080"/>
            <a:ext cx="5349240" cy="365760"/>
          </a:xfrm>
          <a:prstGeom prst="rect">
            <a:avLst/>
          </a:prstGeom>
          <a:solidFill>
            <a:srgbClr val="2E6F6E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3716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  Auth &amp; Dashboard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583680" y="2450592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via Firebase Authentication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108960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944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User-specific access based on role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3767328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602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for every user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4425696"/>
            <a:ext cx="100584" cy="100584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2611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convenient campus interactions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production-grade web stack chosen for speed and type safety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03A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7" name="Text 5"/>
          <p:cNvSpPr/>
          <p:nvPr/>
        </p:nvSpPr>
        <p:spPr>
          <a:xfrm>
            <a:off x="144018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⚛️</a:t>
            </a:r>
            <a:endParaRPr lang="en-US" sz="234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Vite · HTML5 · CSS3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03A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2252" y="2286000"/>
            <a:ext cx="822960" cy="8229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2" name="Text 10"/>
          <p:cNvSpPr/>
          <p:nvPr/>
        </p:nvSpPr>
        <p:spPr>
          <a:xfrm>
            <a:off x="4302252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2340" dirty="0"/>
          </a:p>
        </p:txBody>
      </p:sp>
      <p:sp>
        <p:nvSpPr>
          <p:cNvPr id="13" name="Text 11"/>
          <p:cNvSpPr/>
          <p:nvPr/>
        </p:nvSpPr>
        <p:spPr>
          <a:xfrm>
            <a:off x="3547872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Cloud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93592" y="37947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· Firebase Authentication · Firestore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19202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03A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4324" y="2286000"/>
            <a:ext cx="822960" cy="8229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7" name="Text 15"/>
          <p:cNvSpPr/>
          <p:nvPr/>
        </p:nvSpPr>
        <p:spPr>
          <a:xfrm>
            <a:off x="7164324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▲</a:t>
            </a:r>
            <a:endParaRPr lang="en-US" sz="2340" dirty="0"/>
          </a:p>
        </p:txBody>
      </p:sp>
      <p:sp>
        <p:nvSpPr>
          <p:cNvPr id="18" name="Text 16"/>
          <p:cNvSpPr/>
          <p:nvPr/>
        </p:nvSpPr>
        <p:spPr>
          <a:xfrm>
            <a:off x="6409944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55664" y="37947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continuous, live production URL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19202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3203A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6396" y="2286000"/>
            <a:ext cx="822960" cy="8229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26396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2340" dirty="0"/>
          </a:p>
        </p:txBody>
      </p:sp>
      <p:sp>
        <p:nvSpPr>
          <p:cNvPr id="23" name="Text 21"/>
          <p:cNvSpPr/>
          <p:nvPr/>
        </p:nvSpPr>
        <p:spPr>
          <a:xfrm>
            <a:off x="9272016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17736" y="37947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Studio · GitHub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Project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ORGANIZED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Faculty / Admin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63240" y="21488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169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66160" y="17373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E6F6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UI, role-based context &amp; routing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21488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169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537960" y="17373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2940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Firestore application data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06840" y="21488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169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509760" y="17373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▲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deployment, live URL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layout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39319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320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41648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campus-connect/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components/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context/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lib/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pages/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firestore.rules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4023360"/>
            <a:ext cx="365760" cy="3657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6903720" y="4023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config loaded from .env, never hard-coded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4590288"/>
            <a:ext cx="365760" cy="3657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590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903720" y="45902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is git-ignored — no secrets in source control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5157216"/>
            <a:ext cx="365760" cy="3657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157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6903720" y="51572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access governed by firestore.rules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0" y="5724144"/>
            <a:ext cx="365760" cy="36576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724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903720" y="57241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enforced per signed-in user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&amp; Deployment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SHIPPED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29968" cy="2834640"/>
          </a:xfrm>
          <a:prstGeom prst="roundRect">
            <a:avLst>
              <a:gd name="adj" fmla="val 4505"/>
            </a:avLst>
          </a:prstGeom>
          <a:solidFill>
            <a:srgbClr val="DCEAE9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658368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&amp; 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the repo, npm install dependencies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78608" y="32004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169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07208" y="2194560"/>
            <a:ext cx="2029968" cy="2834640"/>
          </a:xfrm>
          <a:prstGeom prst="roundRect">
            <a:avLst>
              <a:gd name="adj" fmla="val 4505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2916936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44368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.env with Firebase config from .env.example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37176" y="32004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169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65776" y="2194560"/>
            <a:ext cx="2029968" cy="2834640"/>
          </a:xfrm>
          <a:prstGeom prst="roundRect">
            <a:avLst>
              <a:gd name="adj" fmla="val 4505"/>
            </a:avLst>
          </a:prstGeom>
          <a:solidFill>
            <a:srgbClr val="DCEAE9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5175504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02936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— fast local iteration with Vite + 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95744" y="32004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169"/>
                </a:solidFill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24344" y="2194560"/>
            <a:ext cx="2029968" cy="2834640"/>
          </a:xfrm>
          <a:prstGeom prst="roundRect">
            <a:avLst>
              <a:gd name="adj" fmla="val 4505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7434072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Preview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61504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build, then npm run preview to verify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54312" y="32004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169"/>
                </a:solidFill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82912" y="2194560"/>
            <a:ext cx="2029968" cy="2834640"/>
          </a:xfrm>
          <a:prstGeom prst="roundRect">
            <a:avLst>
              <a:gd name="adj" fmla="val 4505"/>
            </a:avLst>
          </a:prstGeom>
          <a:solidFill>
            <a:srgbClr val="DCEAE9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23576" y="1920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32357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5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9692640" y="265176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20072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→ continuous deployment on Vercel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3949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Prototyped in Firebase Studio, version-controlled on GitHub, and continuously deployed live on Vercel.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beyond the hackathon build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075688"/>
            <a:ext cx="640080" cy="64008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campus assistant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6260" y="2075688"/>
            <a:ext cx="640080" cy="64008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3493008" y="28346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navigation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00900" y="2075688"/>
            <a:ext cx="640080" cy="64008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5" name="Text 13"/>
          <p:cNvSpPr/>
          <p:nvPr/>
        </p:nvSpPr>
        <p:spPr>
          <a:xfrm>
            <a:off x="720090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🚌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6327648" y="28346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tracking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1874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35540" y="2075688"/>
            <a:ext cx="640080" cy="64008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3554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820" dirty="0"/>
          </a:p>
        </p:txBody>
      </p:sp>
      <p:sp>
        <p:nvSpPr>
          <p:cNvPr id="20" name="Text 18"/>
          <p:cNvSpPr/>
          <p:nvPr/>
        </p:nvSpPr>
        <p:spPr>
          <a:xfrm>
            <a:off x="9162288" y="28346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/ mobile app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31620" y="390448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1531620" y="39044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1820" dirty="0"/>
          </a:p>
        </p:txBody>
      </p:sp>
      <p:sp>
        <p:nvSpPr>
          <p:cNvPr id="24" name="Text 22"/>
          <p:cNvSpPr/>
          <p:nvPr/>
        </p:nvSpPr>
        <p:spPr>
          <a:xfrm>
            <a:off x="658368" y="46634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notifications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37033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6260" y="390448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4366260" y="39044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3493008" y="46634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admin analytics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37033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00900" y="390448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7200900" y="39044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🧑‍💼</a:t>
            </a:r>
            <a:endParaRPr lang="en-US" sz="1820" dirty="0"/>
          </a:p>
        </p:txBody>
      </p:sp>
      <p:sp>
        <p:nvSpPr>
          <p:cNvPr id="32" name="Text 30"/>
          <p:cNvSpPr/>
          <p:nvPr/>
        </p:nvSpPr>
        <p:spPr>
          <a:xfrm>
            <a:off x="6327648" y="46634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&amp; internship module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52560" y="37033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6F8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35540" y="390448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/>
          <p:nvPr/>
        </p:nvSpPr>
        <p:spPr>
          <a:xfrm>
            <a:off x="10035540" y="39044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1820" dirty="0"/>
          </a:p>
        </p:txBody>
      </p:sp>
      <p:sp>
        <p:nvSpPr>
          <p:cNvPr id="36" name="Text 34"/>
          <p:cNvSpPr/>
          <p:nvPr/>
        </p:nvSpPr>
        <p:spPr>
          <a:xfrm>
            <a:off x="9162288" y="46634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campus search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5486400" cy="5486400"/>
          </a:xfrm>
          <a:prstGeom prst="ellipse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91840"/>
            <a:ext cx="4572000" cy="457200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2E6F6E"/>
          </a:solidFill>
          <a:ln/>
        </p:spPr>
      </p:sp>
      <p:sp>
        <p:nvSpPr>
          <p:cNvPr id="5" name="Text 3"/>
          <p:cNvSpPr/>
          <p:nvPr/>
        </p:nvSpPr>
        <p:spPr>
          <a:xfrm>
            <a:off x="5591556" y="914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🏫</a:t>
            </a: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0" y="21488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— bringing students, faculty, and administrators together in one place.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2876" y="3794760"/>
            <a:ext cx="2743200" cy="0"/>
          </a:xfrm>
          <a:prstGeom prst="line">
            <a:avLst/>
          </a:prstGeom>
          <a:noFill/>
          <a:ln w="19050">
            <a:solidFill>
              <a:srgbClr val="2E6F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Hiranmayi Komanduri  •  Meghana Kunchala  •  Maddala Manogna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57200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campus-connect-m9xasq5dc-hiranmayikomanduri-8629s-projects.vercel.app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86460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github.com/Hiranmayikomanduri4/campus-connect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2026-08-13T16:29:16Z</dcterms:created>
  <dcterms:modified xsi:type="dcterms:W3CDTF">2026-08-13T16:29:16Z</dcterms:modified>
</cp:coreProperties>
</file>